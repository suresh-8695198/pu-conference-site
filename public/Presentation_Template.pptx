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427" r:id="rId3"/>
    <p:sldId id="443" r:id="rId4"/>
    <p:sldId id="437" r:id="rId5"/>
    <p:sldId id="429" r:id="rId6"/>
    <p:sldId id="438" r:id="rId7"/>
    <p:sldId id="434" r:id="rId8"/>
    <p:sldId id="430" r:id="rId9"/>
    <p:sldId id="439" r:id="rId10"/>
    <p:sldId id="442" r:id="rId11"/>
    <p:sldId id="431" r:id="rId12"/>
    <p:sldId id="441" r:id="rId13"/>
    <p:sldId id="433" r:id="rId14"/>
    <p:sldId id="440" r:id="rId15"/>
    <p:sldId id="29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0F37"/>
    <a:srgbClr val="4B0082"/>
    <a:srgbClr val="E6E6FA"/>
    <a:srgbClr val="DCA06D"/>
    <a:srgbClr val="450693"/>
    <a:srgbClr val="360185"/>
    <a:srgbClr val="690B0B"/>
    <a:srgbClr val="062E3A"/>
    <a:srgbClr val="0E4B5D"/>
    <a:srgbClr val="CC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788294-EA16-4640-9490-5E28EEDC0FF0}" v="38" dt="2025-12-24T03:53:42.4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2371" y="3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70C666F-74D9-2CFC-636A-EDC22E9200B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AF929E-BC20-599D-6792-9775D4D8F8A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F5A8B9-638F-4F0D-9EB6-4E991652D896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33D98B-35CA-57BD-71FB-54C0ABCA74C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BCA9D2-602A-9D7F-8B7F-57B363A418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E2250C-A421-4CDA-927A-DE5B66016E16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73E326-2327-5BBD-ECD5-3077BEECBD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17589" cy="1717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306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FD0AD3-FB95-43DA-9340-101F9BECBBB6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0B5AE7-C41A-42DD-A67B-BDE72F8D8A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5167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25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39E8B3EC-1F9A-C056-07A0-9629A23BF792}"/>
              </a:ext>
            </a:extLst>
          </p:cNvPr>
          <p:cNvSpPr/>
          <p:nvPr userDrawn="1"/>
        </p:nvSpPr>
        <p:spPr>
          <a:xfrm flipV="1">
            <a:off x="-9525" y="-23776"/>
            <a:ext cx="12192000" cy="150967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F977F6-0F2C-2510-A0BA-1C55C41223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9587"/>
            <a:ext cx="9144000" cy="2387600"/>
          </a:xfrm>
        </p:spPr>
        <p:txBody>
          <a:bodyPr anchor="b"/>
          <a:lstStyle>
            <a:lvl1pPr algn="ctr">
              <a:defRPr lang="en-IN" sz="2000" b="1" kern="1200" dirty="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/>
            <a:endParaRPr lang="en-IN" sz="6000" i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9079B9-C331-AB88-9592-70906FD62E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4475" y="4634851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56D346-A9DE-F0A6-6AE6-FBFA61562D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501" y="11038"/>
            <a:ext cx="1314450" cy="14573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7FB18B3-8A7B-E353-4085-36B7A9F45EA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5975" y="0"/>
            <a:ext cx="1495425" cy="142016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178677E-5A19-8AB1-5B53-042DDF76A94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0775" y="106289"/>
            <a:ext cx="2137237" cy="129388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2D91FF9-C928-8F58-2F69-D8C58E55E95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950" y="90341"/>
            <a:ext cx="3048000" cy="136698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24B53CE-6302-AC72-C958-C4DD5B42354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327421"/>
            <a:ext cx="2233027" cy="947738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18B5EC-DD58-F51C-DA1A-6D6AC0F9BBFE}"/>
              </a:ext>
            </a:extLst>
          </p:cNvPr>
          <p:cNvCxnSpPr/>
          <p:nvPr userDrawn="1"/>
        </p:nvCxnSpPr>
        <p:spPr>
          <a:xfrm>
            <a:off x="2028825" y="0"/>
            <a:ext cx="0" cy="145732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42695D5-7329-A26F-EC78-5A798504B701}"/>
              </a:ext>
            </a:extLst>
          </p:cNvPr>
          <p:cNvCxnSpPr/>
          <p:nvPr userDrawn="1"/>
        </p:nvCxnSpPr>
        <p:spPr>
          <a:xfrm>
            <a:off x="3705225" y="28576"/>
            <a:ext cx="0" cy="145732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18E78EE-F3AB-D583-F3FF-EDB4C35672DB}"/>
              </a:ext>
            </a:extLst>
          </p:cNvPr>
          <p:cNvCxnSpPr/>
          <p:nvPr userDrawn="1"/>
        </p:nvCxnSpPr>
        <p:spPr>
          <a:xfrm>
            <a:off x="6296025" y="0"/>
            <a:ext cx="0" cy="145732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F123427-544D-FE52-A347-0928AD605D77}"/>
              </a:ext>
            </a:extLst>
          </p:cNvPr>
          <p:cNvCxnSpPr/>
          <p:nvPr userDrawn="1"/>
        </p:nvCxnSpPr>
        <p:spPr>
          <a:xfrm>
            <a:off x="8338012" y="11039"/>
            <a:ext cx="0" cy="145732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4189B62B-A663-0022-7182-DBDB1DABF32C}"/>
              </a:ext>
            </a:extLst>
          </p:cNvPr>
          <p:cNvSpPr/>
          <p:nvPr userDrawn="1"/>
        </p:nvSpPr>
        <p:spPr>
          <a:xfrm>
            <a:off x="-9525" y="6548582"/>
            <a:ext cx="12192000" cy="329695"/>
          </a:xfrm>
          <a:prstGeom prst="rect">
            <a:avLst/>
          </a:prstGeom>
          <a:solidFill>
            <a:srgbClr val="210F3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ICAITSC2026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8BF0A6-07CF-1208-0DC4-3D61B7C61D2B}"/>
              </a:ext>
            </a:extLst>
          </p:cNvPr>
          <p:cNvSpPr/>
          <p:nvPr userDrawn="1"/>
        </p:nvSpPr>
        <p:spPr>
          <a:xfrm>
            <a:off x="1089890" y="1581150"/>
            <a:ext cx="9744361" cy="2483575"/>
          </a:xfrm>
          <a:prstGeom prst="rect">
            <a:avLst/>
          </a:prstGeom>
          <a:solidFill>
            <a:srgbClr val="210F3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9437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0ECB1-1AED-414B-AFE3-86AD42439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19093-EE1F-063F-C38C-B02E6FC36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A31EAE-9CFC-A794-59B7-98766E499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4D750-E8A4-41D5-872B-702DBB96C847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5C755-07B3-8A15-A6E7-7CA1DB803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A2318-B772-8E72-1166-ED7B4332A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85AAB-C224-48A1-AE8E-FB9AA84F981C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02073D-867B-9AC9-B72D-925E8BC8074A}"/>
              </a:ext>
            </a:extLst>
          </p:cNvPr>
          <p:cNvSpPr/>
          <p:nvPr userDrawn="1"/>
        </p:nvSpPr>
        <p:spPr>
          <a:xfrm>
            <a:off x="-9525" y="6548582"/>
            <a:ext cx="12192000" cy="329695"/>
          </a:xfrm>
          <a:prstGeom prst="rect">
            <a:avLst/>
          </a:prstGeom>
          <a:solidFill>
            <a:srgbClr val="210F3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ICAITSC2026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1354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8CD74-3754-11C2-7672-97693D626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9C8536-FE2D-68D1-9DAF-54EF4D30C3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7F1332-EEC7-AD9E-946E-AE907D119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4D750-E8A4-41D5-872B-702DBB96C847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ACEFF-6B88-0A15-22AB-0AE4741F1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945C63-4153-F46B-64F2-D3FA978AA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85AAB-C224-48A1-AE8E-FB9AA84F981C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21422B-0731-733E-1DD0-AB7A38941808}"/>
              </a:ext>
            </a:extLst>
          </p:cNvPr>
          <p:cNvSpPr/>
          <p:nvPr userDrawn="1"/>
        </p:nvSpPr>
        <p:spPr>
          <a:xfrm>
            <a:off x="-9525" y="6548582"/>
            <a:ext cx="12192000" cy="329695"/>
          </a:xfrm>
          <a:prstGeom prst="rect">
            <a:avLst/>
          </a:prstGeom>
          <a:solidFill>
            <a:srgbClr val="210F3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ICAITSC2026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658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A79D-C0FC-F1C5-8940-32341B744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7C2FC-7FC5-A800-17B4-4B8843B91D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EB1385-2209-29AC-4F71-9113951D3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3C174D-C10C-E628-F269-3281B985A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4D750-E8A4-41D5-872B-702DBB96C847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B824D5-45B4-EBE0-4498-2DD1BAAC1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3838AD-D5AB-78B7-D3A1-D67E00B3F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85AAB-C224-48A1-AE8E-FB9AA84F98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4068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C3132-844C-114C-E49B-77307F61A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84D5FA-C232-B5C7-4E39-795B84603F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2EC408-82A4-AE45-9B75-A3CC2A7A6E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A07A9A-3961-A316-3A49-6D091392F2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8EBF5A-6043-B2C3-9637-30123E4306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E9375E-C2CD-9DF1-ACCC-BE3F99392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4D750-E8A4-41D5-872B-702DBB96C847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09EB9D-33E0-E021-C565-704457616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F49BB2-7FE7-E903-DE69-2E0A8B75E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85AAB-C224-48A1-AE8E-FB9AA84F98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2224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A0435-C2CE-947D-7515-0039AE999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E4E65C-A5FE-F16D-1F54-A8043C29D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4D750-E8A4-41D5-872B-702DBB96C847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FFA6A8-5375-C9CC-60AE-A19A9F68A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E244A8-AEE0-C077-9EB8-D20385B04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85AAB-C224-48A1-AE8E-FB9AA84F98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1738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B27963-D342-888D-20E2-F3C3A0A98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4D750-E8A4-41D5-872B-702DBB96C847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50F08E-E0F8-A3CB-E673-D16C0789B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45BE2F-D6FF-1AF0-ED94-69BBE7573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85AAB-C224-48A1-AE8E-FB9AA84F981C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82AAAF-7FAB-07CA-F3A6-955394D069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4225" y="0"/>
            <a:ext cx="1247775" cy="12477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CD0D6F7-A301-BDF4-E59E-D03E520001E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0"/>
            <a:ext cx="1076325" cy="1255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827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7A2DE-0BC9-0FC8-5217-C52CBA499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201D5-4CDC-8690-E61C-8AE1F042A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7518D8-204D-83D6-73CA-FCD114EC8C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468A35-87E0-20C0-130A-3A6A9023A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4D750-E8A4-41D5-872B-702DBB96C847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3B510D-3CC8-2BAB-8F01-7FC0ACD81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D4D2C6-F0DE-A5AE-271A-B11AB619B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85AAB-C224-48A1-AE8E-FB9AA84F98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6437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41CA0-1730-7F63-9F60-8064D699D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C62B05-F2EF-EDCA-5D87-A184A73BC9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316386-71E7-17CB-CCE9-A871F95C94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B80C5-F960-6C55-225A-579474900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4D750-E8A4-41D5-872B-702DBB96C847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6D37F0-7F5A-B7E1-A2F6-B3670BA77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6D66AF-19BC-6F16-37AB-E1925E3D9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85AAB-C224-48A1-AE8E-FB9AA84F98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4046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7BC6C-A4F2-568C-E82C-EB88AC074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07C224-4AA8-5397-FD94-A570B5AE0F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A78E1-4260-36B6-D2A7-4B5E0C0B9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4D750-E8A4-41D5-872B-702DBB96C847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3D508-C00A-2C0D-D415-6CA6CEF3C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B27994-8FD2-A95F-8019-A889D318A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85AAB-C224-48A1-AE8E-FB9AA84F98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8776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1FE8A9-B374-7B64-096C-0659D479C4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AA5C2F-38CF-BC77-6C9B-BAEA1F9CA4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DBB7C9-4AB4-2FEF-8288-AC01504B8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4D750-E8A4-41D5-872B-702DBB96C847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C952C1-DD4F-4999-4D7B-9C6428294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F7867-5DEB-FC0A-A267-7E460F33D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85AAB-C224-48A1-AE8E-FB9AA84F98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2695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49A162-3F82-63CF-0C2A-DD5C372C1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D5C24-408E-8A8E-78FD-6C5DB3376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6091D-740D-FE31-122B-5E970075BF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D4D750-E8A4-41D5-872B-702DBB96C847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BA554-B3D3-4181-7BC0-5BD0FE134F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78AF3A-9D42-679F-5FB6-921AD7C104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C85AAB-C224-48A1-AE8E-FB9AA84F98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1043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A0FB6D8-A1DF-63A9-6097-B8737D47BDFE}"/>
              </a:ext>
            </a:extLst>
          </p:cNvPr>
          <p:cNvSpPr txBox="1"/>
          <p:nvPr/>
        </p:nvSpPr>
        <p:spPr>
          <a:xfrm>
            <a:off x="661945" y="1672817"/>
            <a:ext cx="1061247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International Conference on Artificial Intelligence Techniques and Smart Computing (ICAITSC2026)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A150DA-05D5-947B-8BC4-3A71641E6285}"/>
              </a:ext>
            </a:extLst>
          </p:cNvPr>
          <p:cNvSpPr txBox="1"/>
          <p:nvPr/>
        </p:nvSpPr>
        <p:spPr>
          <a:xfrm>
            <a:off x="2461750" y="2671378"/>
            <a:ext cx="687520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Organized by 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Department of Computer Science,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Periyar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University, Salem,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TamilNadu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India</a:t>
            </a:r>
            <a:endParaRPr lang="en-IN" sz="2000" b="1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February  26-27, 2026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720014-3CDB-8FBC-20DE-E0577BCFC089}"/>
              </a:ext>
            </a:extLst>
          </p:cNvPr>
          <p:cNvSpPr txBox="1"/>
          <p:nvPr/>
        </p:nvSpPr>
        <p:spPr>
          <a:xfrm>
            <a:off x="367686" y="4196454"/>
            <a:ext cx="1190774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ID :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Title: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1354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B31DE0-F532-E7D0-E148-3DE078A3AAA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500732B-6964-4073-3181-63ED9C9A6FB9}"/>
              </a:ext>
            </a:extLst>
          </p:cNvPr>
          <p:cNvSpPr txBox="1">
            <a:spLocks/>
          </p:cNvSpPr>
          <p:nvPr/>
        </p:nvSpPr>
        <p:spPr>
          <a:xfrm>
            <a:off x="2467897" y="338890"/>
            <a:ext cx="7436118" cy="507831"/>
          </a:xfrm>
          <a:prstGeom prst="rect">
            <a:avLst/>
          </a:prstGeom>
          <a:solidFill>
            <a:srgbClr val="210F37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000" b="1" i="1" dirty="0"/>
              <a:t>Contents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0F418F-39F7-51B3-B54D-FE39BF86EA48}"/>
              </a:ext>
            </a:extLst>
          </p:cNvPr>
          <p:cNvSpPr txBox="1"/>
          <p:nvPr/>
        </p:nvSpPr>
        <p:spPr>
          <a:xfrm>
            <a:off x="464984" y="1196752"/>
            <a:ext cx="5188450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</a:t>
            </a:r>
          </a:p>
          <a:p>
            <a:pPr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Work</a:t>
            </a:r>
          </a:p>
          <a:p>
            <a:pPr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4CB1A4-0A81-C674-BC2F-28668E1A39DF}"/>
              </a:ext>
            </a:extLst>
          </p:cNvPr>
          <p:cNvSpPr/>
          <p:nvPr/>
        </p:nvSpPr>
        <p:spPr>
          <a:xfrm>
            <a:off x="-9525" y="6548582"/>
            <a:ext cx="12192000" cy="329695"/>
          </a:xfrm>
          <a:prstGeom prst="rect">
            <a:avLst/>
          </a:prstGeom>
          <a:solidFill>
            <a:srgbClr val="210F3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ICAITSC2026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3153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15010-606B-5B12-883A-BA4468CDD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64B9C8-CA76-3046-F6AB-AA1209EBA39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37CEC49-0AD1-D758-169F-93B69536B51C}"/>
              </a:ext>
            </a:extLst>
          </p:cNvPr>
          <p:cNvSpPr txBox="1">
            <a:spLocks/>
          </p:cNvSpPr>
          <p:nvPr/>
        </p:nvSpPr>
        <p:spPr>
          <a:xfrm>
            <a:off x="3143672" y="332656"/>
            <a:ext cx="6097554" cy="507831"/>
          </a:xfrm>
          <a:prstGeom prst="rect">
            <a:avLst/>
          </a:prstGeom>
          <a:solidFill>
            <a:srgbClr val="210F37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000" b="1" i="1" dirty="0"/>
              <a:t>Introduction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AF81832-CA25-A68C-3147-5F9B5F9E5182}"/>
              </a:ext>
            </a:extLst>
          </p:cNvPr>
          <p:cNvSpPr/>
          <p:nvPr/>
        </p:nvSpPr>
        <p:spPr>
          <a:xfrm>
            <a:off x="-9525" y="6548582"/>
            <a:ext cx="12192000" cy="329695"/>
          </a:xfrm>
          <a:prstGeom prst="rect">
            <a:avLst/>
          </a:prstGeom>
          <a:solidFill>
            <a:srgbClr val="210F3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ICAITSC2026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2324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CFA4C-9D20-9C7E-0485-41F9F80AB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B4758E-A700-E42E-6CA5-54097972E3E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4B61707-F2C1-CB4F-14AB-4EBA2CBC027C}"/>
              </a:ext>
            </a:extLst>
          </p:cNvPr>
          <p:cNvSpPr txBox="1">
            <a:spLocks/>
          </p:cNvSpPr>
          <p:nvPr/>
        </p:nvSpPr>
        <p:spPr>
          <a:xfrm>
            <a:off x="3059209" y="322194"/>
            <a:ext cx="6097554" cy="507831"/>
          </a:xfrm>
          <a:prstGeom prst="rect">
            <a:avLst/>
          </a:prstGeom>
          <a:solidFill>
            <a:srgbClr val="210F37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000" b="1" i="1" dirty="0"/>
              <a:t>Introduction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F34219-FDC1-A74C-0C87-4A9204B0BB00}"/>
              </a:ext>
            </a:extLst>
          </p:cNvPr>
          <p:cNvSpPr/>
          <p:nvPr/>
        </p:nvSpPr>
        <p:spPr>
          <a:xfrm>
            <a:off x="-9525" y="6548582"/>
            <a:ext cx="12192000" cy="329695"/>
          </a:xfrm>
          <a:prstGeom prst="rect">
            <a:avLst/>
          </a:prstGeom>
          <a:solidFill>
            <a:srgbClr val="210F3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ICAITSC2026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6217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047E87-C6D7-19BB-6C56-B9BA491A374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E72AC01-19D6-EEEB-5AA1-51C3707AC082}"/>
              </a:ext>
            </a:extLst>
          </p:cNvPr>
          <p:cNvSpPr txBox="1">
            <a:spLocks/>
          </p:cNvSpPr>
          <p:nvPr/>
        </p:nvSpPr>
        <p:spPr>
          <a:xfrm>
            <a:off x="3059209" y="322194"/>
            <a:ext cx="6097554" cy="507831"/>
          </a:xfrm>
          <a:prstGeom prst="rect">
            <a:avLst/>
          </a:prstGeom>
          <a:solidFill>
            <a:srgbClr val="210F37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000" b="1" i="1" dirty="0"/>
              <a:t>Literature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000" b="1" i="1" dirty="0">
                <a:cs typeface="Times New Roman" panose="02020603050405020304" pitchFamily="18" charset="0"/>
              </a:rPr>
              <a:t>Survey</a:t>
            </a:r>
            <a:endParaRPr lang="en-IN" sz="3000" b="1" i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92754D-D352-B129-E447-6C961DF82367}"/>
              </a:ext>
            </a:extLst>
          </p:cNvPr>
          <p:cNvSpPr/>
          <p:nvPr/>
        </p:nvSpPr>
        <p:spPr>
          <a:xfrm>
            <a:off x="-9525" y="6548582"/>
            <a:ext cx="12192000" cy="329695"/>
          </a:xfrm>
          <a:prstGeom prst="rect">
            <a:avLst/>
          </a:prstGeom>
          <a:solidFill>
            <a:srgbClr val="210F3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ICAITSC2026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6439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77C2D-B7B9-EEA9-69E8-D8E3D8C64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F76155-D521-FF30-EC67-C4CE90D5F0E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3E523A3-18B2-2429-D53C-FD5D9413968E}"/>
              </a:ext>
            </a:extLst>
          </p:cNvPr>
          <p:cNvSpPr txBox="1">
            <a:spLocks/>
          </p:cNvSpPr>
          <p:nvPr/>
        </p:nvSpPr>
        <p:spPr>
          <a:xfrm>
            <a:off x="3059209" y="322194"/>
            <a:ext cx="6097554" cy="507831"/>
          </a:xfrm>
          <a:prstGeom prst="rect">
            <a:avLst/>
          </a:prstGeom>
          <a:solidFill>
            <a:srgbClr val="210F37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000" b="1" i="1" dirty="0"/>
              <a:t>Literature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000" b="1" i="1" dirty="0">
                <a:cs typeface="Times New Roman" panose="02020603050405020304" pitchFamily="18" charset="0"/>
              </a:rPr>
              <a:t>Survey</a:t>
            </a:r>
            <a:endParaRPr lang="en-IN" sz="3000" b="1" i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9DE3EF-479F-E856-DF3E-99007315937B}"/>
              </a:ext>
            </a:extLst>
          </p:cNvPr>
          <p:cNvSpPr/>
          <p:nvPr/>
        </p:nvSpPr>
        <p:spPr>
          <a:xfrm>
            <a:off x="-9525" y="6548582"/>
            <a:ext cx="12192000" cy="329695"/>
          </a:xfrm>
          <a:prstGeom prst="rect">
            <a:avLst/>
          </a:prstGeom>
          <a:solidFill>
            <a:srgbClr val="210F3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ICAITSC2026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9455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E1556-0DA6-4BB2-8547-6FF822DC0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3B970E-9366-357E-C0D7-CE496832137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C52D09A-4E95-EF70-22BF-022DAE211BCD}"/>
              </a:ext>
            </a:extLst>
          </p:cNvPr>
          <p:cNvSpPr txBox="1">
            <a:spLocks/>
          </p:cNvSpPr>
          <p:nvPr/>
        </p:nvSpPr>
        <p:spPr>
          <a:xfrm>
            <a:off x="3059209" y="322194"/>
            <a:ext cx="6097554" cy="507831"/>
          </a:xfrm>
          <a:prstGeom prst="rect">
            <a:avLst/>
          </a:prstGeom>
          <a:solidFill>
            <a:srgbClr val="210F37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000" b="1" i="1" dirty="0"/>
              <a:t>Problem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000" b="1" i="1" dirty="0">
                <a:cs typeface="Times New Roman" panose="02020603050405020304" pitchFamily="18" charset="0"/>
              </a:rPr>
              <a:t>Statement</a:t>
            </a:r>
            <a:endParaRPr lang="en-IN" sz="3000" b="1" i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3FA1F5-0CB8-A4DF-D783-F6F6A4602594}"/>
              </a:ext>
            </a:extLst>
          </p:cNvPr>
          <p:cNvSpPr/>
          <p:nvPr/>
        </p:nvSpPr>
        <p:spPr>
          <a:xfrm>
            <a:off x="-9525" y="6548582"/>
            <a:ext cx="12192000" cy="329695"/>
          </a:xfrm>
          <a:prstGeom prst="rect">
            <a:avLst/>
          </a:prstGeom>
          <a:solidFill>
            <a:srgbClr val="210F3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ICAITSC2026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1172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4AD917-EB02-8CBF-22BA-1EFAA4C00D9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1755AF1-3F3B-99A0-3C77-C9CC0C75C0FA}"/>
              </a:ext>
            </a:extLst>
          </p:cNvPr>
          <p:cNvSpPr txBox="1">
            <a:spLocks/>
          </p:cNvSpPr>
          <p:nvPr/>
        </p:nvSpPr>
        <p:spPr>
          <a:xfrm>
            <a:off x="3059209" y="322194"/>
            <a:ext cx="6097554" cy="507831"/>
          </a:xfrm>
          <a:prstGeom prst="rect">
            <a:avLst/>
          </a:prstGeom>
          <a:solidFill>
            <a:srgbClr val="210F37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000" b="1" i="1" dirty="0"/>
              <a:t>Methodology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D251A5-7B61-87BF-CA41-D800E6F78BF2}"/>
              </a:ext>
            </a:extLst>
          </p:cNvPr>
          <p:cNvSpPr/>
          <p:nvPr/>
        </p:nvSpPr>
        <p:spPr>
          <a:xfrm>
            <a:off x="-9525" y="6548582"/>
            <a:ext cx="12192000" cy="329695"/>
          </a:xfrm>
          <a:prstGeom prst="rect">
            <a:avLst/>
          </a:prstGeom>
          <a:solidFill>
            <a:srgbClr val="210F3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ICAITSC2026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9201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17028-F928-DA42-3B1E-E292B6AAC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7C69C7-F921-3FDE-4D28-2244313DEFE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0AC6499-0619-0F8D-F5F2-EF5509078DD6}"/>
              </a:ext>
            </a:extLst>
          </p:cNvPr>
          <p:cNvSpPr txBox="1">
            <a:spLocks/>
          </p:cNvSpPr>
          <p:nvPr/>
        </p:nvSpPr>
        <p:spPr>
          <a:xfrm>
            <a:off x="3059209" y="322194"/>
            <a:ext cx="6097554" cy="507831"/>
          </a:xfrm>
          <a:prstGeom prst="rect">
            <a:avLst/>
          </a:prstGeom>
          <a:solidFill>
            <a:srgbClr val="210F37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000" b="1" i="1" dirty="0"/>
              <a:t>Methodology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ADD6473-05EC-EF34-9CC6-611EB7A09422}"/>
              </a:ext>
            </a:extLst>
          </p:cNvPr>
          <p:cNvSpPr/>
          <p:nvPr/>
        </p:nvSpPr>
        <p:spPr>
          <a:xfrm>
            <a:off x="-9525" y="6548582"/>
            <a:ext cx="12192000" cy="329695"/>
          </a:xfrm>
          <a:prstGeom prst="rect">
            <a:avLst/>
          </a:prstGeom>
          <a:solidFill>
            <a:srgbClr val="210F3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ICAITSC2026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5892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2F826-8F79-B197-A37C-7DDF53CB2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C6A6AF-29B4-2F8D-AE7C-B9CA2D508C5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4D4515-8BFF-B452-EA81-50657D32A07B}"/>
              </a:ext>
            </a:extLst>
          </p:cNvPr>
          <p:cNvSpPr txBox="1">
            <a:spLocks/>
          </p:cNvSpPr>
          <p:nvPr/>
        </p:nvSpPr>
        <p:spPr>
          <a:xfrm>
            <a:off x="3059209" y="322194"/>
            <a:ext cx="6097554" cy="535531"/>
          </a:xfrm>
          <a:prstGeom prst="rect">
            <a:avLst/>
          </a:prstGeom>
          <a:solidFill>
            <a:srgbClr val="210F37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000" b="1" i="1" dirty="0"/>
              <a:t>Results</a:t>
            </a:r>
            <a:r>
              <a:rPr lang="en-IN" sz="3200" b="1" i="1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N" sz="3000" b="1" i="1" dirty="0"/>
              <a:t>and</a:t>
            </a:r>
            <a:r>
              <a:rPr lang="en-IN" sz="3200" b="1" i="1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N" sz="3000" b="1" i="1" kern="0" dirty="0">
                <a:ea typeface="Times New Roman" panose="02020603050405020304" pitchFamily="18" charset="0"/>
              </a:rPr>
              <a:t>Discussion</a:t>
            </a:r>
            <a:endParaRPr lang="en-IN" sz="3000" b="1" i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FDCA37-3779-946D-F492-D4A656E3DE49}"/>
              </a:ext>
            </a:extLst>
          </p:cNvPr>
          <p:cNvSpPr/>
          <p:nvPr/>
        </p:nvSpPr>
        <p:spPr>
          <a:xfrm>
            <a:off x="-9525" y="6548582"/>
            <a:ext cx="12192000" cy="329695"/>
          </a:xfrm>
          <a:prstGeom prst="rect">
            <a:avLst/>
          </a:prstGeom>
          <a:solidFill>
            <a:srgbClr val="210F3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ICAITSC2026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8754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95082A-667E-4268-F86F-E3A7482C98B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43F5723-30EE-B4A1-76B0-B90134D6A812}"/>
              </a:ext>
            </a:extLst>
          </p:cNvPr>
          <p:cNvSpPr txBox="1">
            <a:spLocks/>
          </p:cNvSpPr>
          <p:nvPr/>
        </p:nvSpPr>
        <p:spPr>
          <a:xfrm>
            <a:off x="3059209" y="322194"/>
            <a:ext cx="6097554" cy="535531"/>
          </a:xfrm>
          <a:prstGeom prst="rect">
            <a:avLst/>
          </a:prstGeom>
          <a:solidFill>
            <a:srgbClr val="210F37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000" b="1" i="1" dirty="0"/>
              <a:t>Results</a:t>
            </a:r>
            <a:r>
              <a:rPr lang="en-IN" sz="3200" b="1" i="1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N" sz="3000" b="1" i="1" dirty="0"/>
              <a:t>and</a:t>
            </a:r>
            <a:r>
              <a:rPr lang="en-IN" sz="3200" b="1" i="1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N" sz="3000" b="1" i="1" kern="0" dirty="0">
                <a:ea typeface="Times New Roman" panose="02020603050405020304" pitchFamily="18" charset="0"/>
              </a:rPr>
              <a:t>Discussion</a:t>
            </a:r>
            <a:endParaRPr lang="en-IN" sz="3000" b="1" i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4ACF52-8D7F-1731-5623-BAA7774CE595}"/>
              </a:ext>
            </a:extLst>
          </p:cNvPr>
          <p:cNvSpPr/>
          <p:nvPr/>
        </p:nvSpPr>
        <p:spPr>
          <a:xfrm>
            <a:off x="-9525" y="6548582"/>
            <a:ext cx="12192000" cy="329695"/>
          </a:xfrm>
          <a:prstGeom prst="rect">
            <a:avLst/>
          </a:prstGeom>
          <a:solidFill>
            <a:srgbClr val="210F3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ICAITSC2026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2470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2B41F-81CF-F8C9-755C-8B0B49997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2A1C-C916-02C4-FAE9-55F6EFA7055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279DCC4-DB40-05B3-9D70-D10E903F8AF0}"/>
              </a:ext>
            </a:extLst>
          </p:cNvPr>
          <p:cNvSpPr txBox="1">
            <a:spLocks/>
          </p:cNvSpPr>
          <p:nvPr/>
        </p:nvSpPr>
        <p:spPr>
          <a:xfrm>
            <a:off x="3059209" y="322194"/>
            <a:ext cx="6097554" cy="535531"/>
          </a:xfrm>
          <a:prstGeom prst="rect">
            <a:avLst/>
          </a:prstGeom>
          <a:solidFill>
            <a:srgbClr val="210F37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000" b="1" i="1" dirty="0"/>
              <a:t>Conclusion</a:t>
            </a:r>
            <a:r>
              <a:rPr lang="en-IN" sz="3200" b="1" i="1" kern="0" dirty="0">
                <a:ea typeface="Times New Roman" panose="02020603050405020304" pitchFamily="18" charset="0"/>
              </a:rPr>
              <a:t> </a:t>
            </a:r>
            <a:r>
              <a:rPr lang="en-IN" sz="3000" b="1" i="1" kern="0" dirty="0">
                <a:ea typeface="Times New Roman" panose="02020603050405020304" pitchFamily="18" charset="0"/>
              </a:rPr>
              <a:t>and Future Work</a:t>
            </a:r>
            <a:endParaRPr lang="en-IN" sz="3000" b="1" i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731169C-9943-4DB3-D7A3-D18FCF1B1B43}"/>
              </a:ext>
            </a:extLst>
          </p:cNvPr>
          <p:cNvSpPr/>
          <p:nvPr/>
        </p:nvSpPr>
        <p:spPr>
          <a:xfrm>
            <a:off x="-9525" y="6548582"/>
            <a:ext cx="12192000" cy="329695"/>
          </a:xfrm>
          <a:prstGeom prst="rect">
            <a:avLst/>
          </a:prstGeom>
          <a:solidFill>
            <a:srgbClr val="210F3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ICAITSC2026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09081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43B6D-33D8-0EC7-FACC-1E709BEA4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5B4320-0C3D-7B5B-89E5-89A5F53F589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863DCA4-F315-3CBA-6CCB-E6F4B3A75D6E}"/>
              </a:ext>
            </a:extLst>
          </p:cNvPr>
          <p:cNvSpPr txBox="1">
            <a:spLocks/>
          </p:cNvSpPr>
          <p:nvPr/>
        </p:nvSpPr>
        <p:spPr>
          <a:xfrm>
            <a:off x="3059209" y="322194"/>
            <a:ext cx="6097554" cy="507831"/>
          </a:xfrm>
          <a:prstGeom prst="rect">
            <a:avLst/>
          </a:prstGeom>
          <a:solidFill>
            <a:srgbClr val="210F37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000" b="1" i="1" dirty="0"/>
              <a:t>References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A50A37-1252-0B09-592E-75FBC86F1EC5}"/>
              </a:ext>
            </a:extLst>
          </p:cNvPr>
          <p:cNvSpPr/>
          <p:nvPr/>
        </p:nvSpPr>
        <p:spPr>
          <a:xfrm>
            <a:off x="-9525" y="6548582"/>
            <a:ext cx="12192000" cy="329695"/>
          </a:xfrm>
          <a:prstGeom prst="rect">
            <a:avLst/>
          </a:prstGeom>
          <a:solidFill>
            <a:srgbClr val="210F3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ICAITSC2026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49789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12AB3-48BF-EF30-AF2C-548F752F5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56AB19-862A-9984-1AD4-58CE00D75EB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FD932D6-4A40-4139-E1C8-53EF14F64888}"/>
              </a:ext>
            </a:extLst>
          </p:cNvPr>
          <p:cNvSpPr txBox="1">
            <a:spLocks/>
          </p:cNvSpPr>
          <p:nvPr/>
        </p:nvSpPr>
        <p:spPr>
          <a:xfrm>
            <a:off x="3059209" y="322194"/>
            <a:ext cx="6097554" cy="507831"/>
          </a:xfrm>
          <a:prstGeom prst="rect">
            <a:avLst/>
          </a:prstGeom>
          <a:solidFill>
            <a:srgbClr val="210F37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000" b="1" i="1" dirty="0"/>
              <a:t>References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7BF999-6401-94BD-80D1-6178379F0E12}"/>
              </a:ext>
            </a:extLst>
          </p:cNvPr>
          <p:cNvSpPr/>
          <p:nvPr/>
        </p:nvSpPr>
        <p:spPr>
          <a:xfrm>
            <a:off x="-9525" y="6548582"/>
            <a:ext cx="12192000" cy="329695"/>
          </a:xfrm>
          <a:prstGeom prst="rect">
            <a:avLst/>
          </a:prstGeom>
          <a:solidFill>
            <a:srgbClr val="210F3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ICAITSC2026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78602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14EE3-5496-7B8C-B18E-94D50E1BC7D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29C2C1-E619-9B39-8D95-2C3867A27CBA}"/>
              </a:ext>
            </a:extLst>
          </p:cNvPr>
          <p:cNvSpPr txBox="1"/>
          <p:nvPr/>
        </p:nvSpPr>
        <p:spPr>
          <a:xfrm>
            <a:off x="3059209" y="2367171"/>
            <a:ext cx="6097554" cy="1061829"/>
          </a:xfrm>
          <a:prstGeom prst="rect">
            <a:avLst/>
          </a:prstGeom>
          <a:solidFill>
            <a:srgbClr val="210F37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>
            <a:sp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3000" b="1" i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IN" sz="7000" i="0" dirty="0"/>
              <a:t>Thank you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1472CF-A7AD-170A-B773-F9DCE1CA684C}"/>
              </a:ext>
            </a:extLst>
          </p:cNvPr>
          <p:cNvSpPr/>
          <p:nvPr/>
        </p:nvSpPr>
        <p:spPr>
          <a:xfrm>
            <a:off x="-9525" y="6548582"/>
            <a:ext cx="12192000" cy="329695"/>
          </a:xfrm>
          <a:prstGeom prst="rect">
            <a:avLst/>
          </a:prstGeom>
          <a:solidFill>
            <a:srgbClr val="210F3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ICAITSC2026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108</Words>
  <Application>Microsoft Office PowerPoint</Application>
  <PresentationFormat>Widescreen</PresentationFormat>
  <Paragraphs>61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SURESH G</dc:creator>
  <cp:lastModifiedBy>SURESH G</cp:lastModifiedBy>
  <cp:revision>2</cp:revision>
  <dcterms:created xsi:type="dcterms:W3CDTF">2025-12-24T03:30:27Z</dcterms:created>
  <dcterms:modified xsi:type="dcterms:W3CDTF">2025-12-24T04:28:26Z</dcterms:modified>
</cp:coreProperties>
</file>